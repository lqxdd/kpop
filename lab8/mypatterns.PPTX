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1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4" d="100"/>
          <a:sy n="74" d="100"/>
        </p:scale>
        <p:origin x="936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0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8771-7996-4707-844B-9DB5B9E3A9A4}" type="datetimeFigureOut">
              <a:rPr lang="ru-RU" smtClean="0"/>
              <a:t>08.12.2021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B355-4085-45AC-AB6A-F2DB0C4DC95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46043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marL="0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8771-7996-4707-844B-9DB5B9E3A9A4}" type="datetimeFigureOut">
              <a:rPr lang="ru-RU" smtClean="0"/>
              <a:t>08.12.2021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B355-4085-45AC-AB6A-F2DB0C4DC9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3669528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Заголовок раздела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8771-7996-4707-844B-9DB5B9E3A9A4}" type="datetimeFigureOut">
              <a:rPr lang="ru-RU" smtClean="0"/>
              <a:t>08.12.2021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B355-4085-45AC-AB6A-F2DB0C4DC950}" type="slidenum">
              <a:rPr lang="ru-RU" smtClean="0"/>
              <a:t>‹#›</a:t>
            </a:fld>
            <a:endParaRPr lang="ru-RU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9365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9" y="1845734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8771-7996-4707-844B-9DB5B9E3A9A4}" type="datetimeFigureOut">
              <a:rPr lang="ru-RU" smtClean="0"/>
              <a:t>08.12.2021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B355-4085-45AC-AB6A-F2DB0C4DC9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1838479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8771-7996-4707-844B-9DB5B9E3A9A4}" type="datetimeFigureOut">
              <a:rPr lang="ru-RU" smtClean="0"/>
              <a:t>08.12.2021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B355-4085-45AC-AB6A-F2DB0C4DC9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760400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8771-7996-4707-844B-9DB5B9E3A9A4}" type="datetimeFigureOut">
              <a:rPr lang="ru-RU" smtClean="0"/>
              <a:t>08.12.2021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B355-4085-45AC-AB6A-F2DB0C4DC9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997947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8771-7996-4707-844B-9DB5B9E3A9A4}" type="datetimeFigureOut">
              <a:rPr lang="ru-RU" smtClean="0"/>
              <a:t>08.12.2021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B355-4085-45AC-AB6A-F2DB0C4DC9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127474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387B8771-7996-4707-844B-9DB5B9E3A9A4}" type="datetimeFigureOut">
              <a:rPr lang="ru-RU" smtClean="0"/>
              <a:t>08.12.2021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ACFB355-4085-45AC-AB6A-F2DB0C4DC9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709973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264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blipFill>
            <a:blip r:embed="rId2"/>
            <a:stretch>
              <a:fillRect/>
            </a:stretch>
          </a:blipFill>
        </p:spPr>
        <p:txBody>
          <a:bodyPr lIns="457200" tIns="457200" anchor="t"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3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8771-7996-4707-844B-9DB5B9E3A9A4}" type="datetimeFigureOut">
              <a:rPr lang="ru-RU" smtClean="0"/>
              <a:t>08.12.2021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B355-4085-45AC-AB6A-F2DB0C4DC9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8596090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8771-7996-4707-844B-9DB5B9E3A9A4}" type="datetimeFigureOut">
              <a:rPr lang="ru-RU" smtClean="0"/>
              <a:t>08.12.2021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B355-4085-45AC-AB6A-F2DB0C4DC9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2635652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4778"/>
            <a:ext cx="2628900" cy="5757421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4778"/>
            <a:ext cx="7734300" cy="5757422"/>
          </a:xfrm>
        </p:spPr>
        <p:txBody>
          <a:bodyPr vert="eaVert" lIns="45720" tIns="0" rIns="45720" bIns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7B8771-7996-4707-844B-9DB5B9E3A9A4}" type="datetimeFigureOut">
              <a:rPr lang="ru-RU" smtClean="0"/>
              <a:t>08.12.2021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CFB355-4085-45AC-AB6A-F2DB0C4DC950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5768643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0" y="6334316"/>
            <a:ext cx="12192001" cy="6599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387B8771-7996-4707-844B-9DB5B9E3A9A4}" type="datetimeFigureOut">
              <a:rPr lang="ru-RU" smtClean="0"/>
              <a:t>08.12.2021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DACFB355-4085-45AC-AB6A-F2DB0C4DC950}" type="slidenum">
              <a:rPr lang="ru-RU" smtClean="0"/>
              <a:t>‹#›</a:t>
            </a:fld>
            <a:endParaRPr lang="ru-RU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5589800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2" r:id="rId1"/>
    <p:sldLayoutId id="2147483733" r:id="rId2"/>
    <p:sldLayoutId id="2147483734" r:id="rId3"/>
    <p:sldLayoutId id="2147483735" r:id="rId4"/>
    <p:sldLayoutId id="2147483736" r:id="rId5"/>
    <p:sldLayoutId id="2147483737" r:id="rId6"/>
    <p:sldLayoutId id="2147483738" r:id="rId7"/>
    <p:sldLayoutId id="2147483739" r:id="rId8"/>
    <p:sldLayoutId id="2147483740" r:id="rId9"/>
    <p:sldLayoutId id="2147483741" r:id="rId10"/>
    <p:sldLayoutId id="2147483742" r:id="rId11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5D1E1BC5-AA63-4053-B34D-7250D6651481}"/>
              </a:ext>
            </a:extLst>
          </p:cNvPr>
          <p:cNvSpPr txBox="1"/>
          <p:nvPr/>
        </p:nvSpPr>
        <p:spPr>
          <a:xfrm>
            <a:off x="885824" y="619404"/>
            <a:ext cx="8601075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UA" sz="2400" dirty="0" err="1"/>
              <a:t>Лабораторна</a:t>
            </a:r>
            <a:r>
              <a:rPr lang="ru-UA" sz="2400" dirty="0"/>
              <a:t> робота №8</a:t>
            </a:r>
          </a:p>
          <a:p>
            <a:endParaRPr lang="ru-UA" sz="2400" dirty="0"/>
          </a:p>
          <a:p>
            <a:r>
              <a:rPr lang="ru-RU" sz="2400" dirty="0" err="1"/>
              <a:t>Завдання</a:t>
            </a:r>
            <a:r>
              <a:rPr lang="ru-RU" sz="2400" dirty="0"/>
              <a:t> 1. </a:t>
            </a:r>
            <a:r>
              <a:rPr lang="ru-RU" sz="2400" dirty="0" err="1"/>
              <a:t>Розробити</a:t>
            </a:r>
            <a:r>
              <a:rPr lang="ru-RU" sz="2400" dirty="0"/>
              <a:t> </a:t>
            </a:r>
            <a:r>
              <a:rPr lang="ru-RU" sz="2400" dirty="0" err="1"/>
              <a:t>завдання</a:t>
            </a:r>
            <a:r>
              <a:rPr lang="ru-RU" sz="2400" dirty="0"/>
              <a:t> </a:t>
            </a:r>
            <a:r>
              <a:rPr lang="ru-RU" sz="2400" dirty="0" err="1"/>
              <a:t>лабораторної</a:t>
            </a:r>
            <a:r>
              <a:rPr lang="ru-RU" sz="2400" dirty="0"/>
              <a:t> </a:t>
            </a:r>
            <a:r>
              <a:rPr lang="ru-RU" sz="2400" dirty="0" err="1"/>
              <a:t>роботи</a:t>
            </a:r>
            <a:r>
              <a:rPr lang="ru-RU" sz="2400" dirty="0"/>
              <a:t> 5 з </a:t>
            </a:r>
            <a:r>
              <a:rPr lang="ru-RU" sz="2400" dirty="0" err="1"/>
              <a:t>використанням</a:t>
            </a:r>
            <a:r>
              <a:rPr lang="ru-RU" sz="2400" dirty="0"/>
              <a:t> дизайн </a:t>
            </a:r>
            <a:r>
              <a:rPr lang="ru-RU" sz="2400" dirty="0" err="1"/>
              <a:t>патернів</a:t>
            </a:r>
            <a:endParaRPr lang="ru-RU" sz="2400" dirty="0"/>
          </a:p>
          <a:p>
            <a:endParaRPr lang="ru-RU" sz="2400" dirty="0"/>
          </a:p>
          <a:p>
            <a:r>
              <a:rPr lang="ru-RU" sz="2400" dirty="0" err="1"/>
              <a:t>Завдання</a:t>
            </a:r>
            <a:r>
              <a:rPr lang="ru-RU" sz="2400" dirty="0"/>
              <a:t> 2. </a:t>
            </a:r>
            <a:r>
              <a:rPr lang="ru-RU" sz="2400" dirty="0" err="1"/>
              <a:t>Продемонструвати</a:t>
            </a:r>
            <a:r>
              <a:rPr lang="ru-RU" sz="2400" dirty="0"/>
              <a:t> роботу </a:t>
            </a:r>
            <a:r>
              <a:rPr lang="ru-RU" sz="2400" dirty="0" err="1"/>
              <a:t>розробленої</a:t>
            </a:r>
            <a:r>
              <a:rPr lang="ru-RU" sz="2400" dirty="0"/>
              <a:t> </a:t>
            </a:r>
            <a:r>
              <a:rPr lang="ru-RU" sz="2400" dirty="0" err="1"/>
              <a:t>програми</a:t>
            </a:r>
            <a:r>
              <a:rPr lang="ru-RU" sz="2400" dirty="0"/>
              <a:t>.</a:t>
            </a:r>
          </a:p>
          <a:p>
            <a:endParaRPr lang="ru-RU" sz="2400" dirty="0"/>
          </a:p>
          <a:p>
            <a:r>
              <a:rPr lang="ru-RU" sz="2400" dirty="0" err="1"/>
              <a:t>Завдання</a:t>
            </a:r>
            <a:r>
              <a:rPr lang="ru-RU" sz="2400" dirty="0"/>
              <a:t> 3. </a:t>
            </a:r>
            <a:r>
              <a:rPr lang="ru-RU" sz="2400" dirty="0" err="1"/>
              <a:t>Розробити</a:t>
            </a:r>
            <a:r>
              <a:rPr lang="ru-RU" sz="2400" dirty="0"/>
              <a:t> </a:t>
            </a:r>
            <a:r>
              <a:rPr lang="ru-RU" sz="2400" dirty="0" err="1"/>
              <a:t>презентацію</a:t>
            </a:r>
            <a:r>
              <a:rPr lang="ru-RU" sz="2400" dirty="0"/>
              <a:t> </a:t>
            </a:r>
            <a:r>
              <a:rPr lang="ru-RU" sz="2400" dirty="0" err="1"/>
              <a:t>опису</a:t>
            </a:r>
            <a:r>
              <a:rPr lang="ru-RU" sz="2400" dirty="0"/>
              <a:t> </a:t>
            </a:r>
            <a:r>
              <a:rPr lang="ru-RU" sz="2400" dirty="0" err="1"/>
              <a:t>розробленої</a:t>
            </a:r>
            <a:r>
              <a:rPr lang="ru-RU" sz="2400" dirty="0"/>
              <a:t> </a:t>
            </a:r>
            <a:r>
              <a:rPr lang="ru-RU" sz="2400" dirty="0" err="1"/>
              <a:t>програмими</a:t>
            </a:r>
            <a:r>
              <a:rPr lang="ru-RU" sz="2400" dirty="0"/>
              <a:t> </a:t>
            </a:r>
            <a:r>
              <a:rPr lang="ru-RU" sz="2400" dirty="0" err="1"/>
              <a:t>засобами</a:t>
            </a:r>
            <a:r>
              <a:rPr lang="ru-RU" sz="2400" dirty="0"/>
              <a:t> </a:t>
            </a:r>
            <a:r>
              <a:rPr lang="en-US" sz="2400" dirty="0"/>
              <a:t>MS PowerPoint, </a:t>
            </a:r>
            <a:r>
              <a:rPr lang="en-US" sz="2400" dirty="0" err="1"/>
              <a:t>revealjs</a:t>
            </a:r>
            <a:r>
              <a:rPr lang="en-US" sz="2400" dirty="0"/>
              <a:t> </a:t>
            </a:r>
            <a:r>
              <a:rPr lang="ru-RU" sz="2400" dirty="0" err="1"/>
              <a:t>чи</a:t>
            </a:r>
            <a:r>
              <a:rPr lang="ru-RU" sz="2400" dirty="0"/>
              <a:t> будь-</a:t>
            </a:r>
            <a:r>
              <a:rPr lang="ru-RU" sz="2400" dirty="0" err="1"/>
              <a:t>якими</a:t>
            </a:r>
            <a:r>
              <a:rPr lang="ru-RU" sz="2400" dirty="0"/>
              <a:t> </a:t>
            </a:r>
            <a:r>
              <a:rPr lang="ru-RU" sz="2400" dirty="0" err="1"/>
              <a:t>іншими</a:t>
            </a:r>
            <a:r>
              <a:rPr lang="ru-RU" sz="2400" dirty="0"/>
              <a:t> </a:t>
            </a:r>
            <a:r>
              <a:rPr lang="ru-RU" sz="2400" dirty="0" err="1"/>
              <a:t>засобами</a:t>
            </a:r>
            <a:r>
              <a:rPr lang="ru-RU" sz="2400" dirty="0"/>
              <a:t> </a:t>
            </a:r>
            <a:r>
              <a:rPr lang="ru-RU" sz="2400" dirty="0" err="1"/>
              <a:t>візуалізації</a:t>
            </a:r>
            <a:r>
              <a:rPr lang="ru-RU" sz="2400" dirty="0"/>
              <a:t>. </a:t>
            </a:r>
            <a:r>
              <a:rPr lang="ru-RU" sz="2400" dirty="0" err="1"/>
              <a:t>Презентація</a:t>
            </a:r>
            <a:r>
              <a:rPr lang="ru-RU" sz="2400" dirty="0"/>
              <a:t> повинна </a:t>
            </a:r>
            <a:r>
              <a:rPr lang="ru-RU" sz="2400" dirty="0" err="1"/>
              <a:t>містити</a:t>
            </a:r>
            <a:r>
              <a:rPr lang="ru-RU" sz="2400" dirty="0"/>
              <a:t> </a:t>
            </a:r>
            <a:r>
              <a:rPr lang="ru-RU" sz="2400" dirty="0" err="1"/>
              <a:t>всі</a:t>
            </a:r>
            <a:r>
              <a:rPr lang="ru-RU" sz="2400" dirty="0"/>
              <a:t> </a:t>
            </a:r>
            <a:r>
              <a:rPr lang="ru-RU" sz="2400" dirty="0" err="1"/>
              <a:t>використані</a:t>
            </a:r>
            <a:r>
              <a:rPr lang="ru-RU" sz="2400" dirty="0"/>
              <a:t> дизайн </a:t>
            </a:r>
            <a:r>
              <a:rPr lang="ru-RU" sz="2400" dirty="0" err="1"/>
              <a:t>патерни</a:t>
            </a:r>
            <a:r>
              <a:rPr lang="ru-RU" sz="2400" dirty="0"/>
              <a:t> (</a:t>
            </a:r>
            <a:r>
              <a:rPr lang="en-US" sz="2400" dirty="0"/>
              <a:t>min 3) (</a:t>
            </a:r>
            <a:r>
              <a:rPr lang="ru-RU" sz="2400" dirty="0" err="1"/>
              <a:t>опис</a:t>
            </a:r>
            <a:r>
              <a:rPr lang="ru-RU" sz="2400" dirty="0"/>
              <a:t> </a:t>
            </a:r>
            <a:r>
              <a:rPr lang="ru-RU" sz="2400" dirty="0" err="1"/>
              <a:t>патерну</a:t>
            </a:r>
            <a:r>
              <a:rPr lang="ru-RU" sz="2400" dirty="0"/>
              <a:t>, для </a:t>
            </a:r>
            <a:r>
              <a:rPr lang="ru-RU" sz="2400" dirty="0" err="1"/>
              <a:t>чого</a:t>
            </a:r>
            <a:r>
              <a:rPr lang="ru-RU" sz="2400" dirty="0"/>
              <a:t> </a:t>
            </a:r>
            <a:r>
              <a:rPr lang="ru-RU" sz="2400" dirty="0" err="1"/>
              <a:t>він</a:t>
            </a:r>
            <a:r>
              <a:rPr lang="ru-RU" sz="2400" dirty="0"/>
              <a:t> </a:t>
            </a:r>
            <a:r>
              <a:rPr lang="ru-RU" sz="2400" dirty="0" err="1"/>
              <a:t>потрібен</a:t>
            </a:r>
            <a:r>
              <a:rPr lang="ru-RU" sz="2400" dirty="0"/>
              <a:t>, приклад </a:t>
            </a:r>
            <a:r>
              <a:rPr lang="ru-RU" sz="2400" dirty="0" err="1"/>
              <a:t>розробленого</a:t>
            </a:r>
            <a:r>
              <a:rPr lang="ru-RU" sz="2400" dirty="0"/>
              <a:t> коду)</a:t>
            </a:r>
          </a:p>
        </p:txBody>
      </p:sp>
    </p:spTree>
    <p:extLst>
      <p:ext uri="{BB962C8B-B14F-4D97-AF65-F5344CB8AC3E}">
        <p14:creationId xmlns:p14="http://schemas.microsoft.com/office/powerpoint/2010/main" val="26361937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2A0A5A2C-1C85-4AB2-B1E2-75BD84F30DEA}"/>
              </a:ext>
            </a:extLst>
          </p:cNvPr>
          <p:cNvSpPr txBox="1"/>
          <p:nvPr/>
        </p:nvSpPr>
        <p:spPr>
          <a:xfrm>
            <a:off x="277366" y="183355"/>
            <a:ext cx="1149640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1) </a:t>
            </a:r>
            <a:r>
              <a:rPr lang="uk-UA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Структурні </a:t>
            </a:r>
            <a:r>
              <a:rPr lang="uk-UA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патерни</a:t>
            </a:r>
            <a:r>
              <a:rPr lang="uk-UA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 (</a:t>
            </a:r>
            <a:r>
              <a:rPr lang="uk-UA" sz="2400" b="1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Structural</a:t>
            </a:r>
            <a:r>
              <a:rPr lang="uk-UA" sz="24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):</a:t>
            </a:r>
            <a:endParaRPr lang="ru-RU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marL="342900" lvl="0" indent="-342900">
              <a:buFont typeface="Calibri" panose="020F0502020204030204" pitchFamily="34" charset="0"/>
              <a:buChar char=" "/>
              <a:tabLst>
                <a:tab pos="457200" algn="l"/>
              </a:tabLst>
            </a:pPr>
            <a:r>
              <a:rPr lang="uk-UA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• Декоратор (</a:t>
            </a:r>
            <a:r>
              <a:rPr lang="uk-UA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Decorator</a:t>
            </a:r>
            <a:r>
              <a:rPr lang="uk-UA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ru-UA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Calibri" panose="020F0502020204030204" pitchFamily="34" charset="0"/>
              <a:buChar char=" "/>
              <a:tabLst>
                <a:tab pos="457200" algn="l"/>
              </a:tabLst>
            </a:pPr>
            <a:r>
              <a:rPr lang="uk-UA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або Оболонка (</a:t>
            </a:r>
            <a:r>
              <a:rPr lang="uk-UA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Wrapper</a:t>
            </a:r>
            <a:r>
              <a:rPr lang="uk-UA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) - </a:t>
            </a:r>
            <a:r>
              <a:rPr lang="uk-UA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GoF</a:t>
            </a:r>
            <a:r>
              <a:rPr lang="uk-UA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;</a:t>
            </a: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Calibri" panose="020F0502020204030204" pitchFamily="34" charset="0"/>
              <a:buChar char=" "/>
              <a:tabLst>
                <a:tab pos="457200" algn="l"/>
              </a:tabLst>
            </a:pPr>
            <a:endParaRPr lang="en-US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Calibri" panose="020F0502020204030204" pitchFamily="34" charset="0"/>
              <a:buChar char=" "/>
              <a:tabLst>
                <a:tab pos="457200" algn="l"/>
              </a:tabLst>
            </a:pPr>
            <a:endParaRPr lang="en-US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Calibri" panose="020F0502020204030204" pitchFamily="34" charset="0"/>
              <a:buChar char=" "/>
              <a:tabLst>
                <a:tab pos="457200" algn="l"/>
              </a:tabLst>
            </a:pPr>
            <a:r>
              <a:rPr lang="ru-UA" sz="24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ризначений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для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динамічного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підключення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додаткових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можливостей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до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об'єкта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 Декоратор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передбачає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розширення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функціональності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об'єкта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без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визначення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4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підкласів</a:t>
            </a:r>
            <a:r>
              <a:rPr lang="ru-RU" sz="24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ru-UA" sz="24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Calibri" panose="020F0502020204030204" pitchFamily="34" charset="0"/>
              <a:buChar char=" "/>
              <a:tabLst>
                <a:tab pos="457200" algn="l"/>
              </a:tabLst>
            </a:pPr>
            <a:endParaRPr lang="ru-UA" sz="2400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0" indent="-342900">
              <a:buFont typeface="Calibri" panose="020F0502020204030204" pitchFamily="34" charset="0"/>
              <a:buChar char=" "/>
              <a:tabLst>
                <a:tab pos="457200" algn="l"/>
              </a:tabLst>
            </a:pPr>
            <a:r>
              <a:rPr lang="ru-RU" sz="2000" dirty="0" err="1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Використовува</a:t>
            </a:r>
            <a:r>
              <a:rPr lang="ru-UA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ла</a:t>
            </a:r>
            <a:r>
              <a:rPr lang="ru-RU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у @Component, @NgModel і т.д.</a:t>
            </a:r>
          </a:p>
          <a:p>
            <a:pPr marL="342900" lvl="0" indent="-342900">
              <a:buFont typeface="Calibri" panose="020F0502020204030204" pitchFamily="34" charset="0"/>
              <a:buChar char=" "/>
              <a:tabLst>
                <a:tab pos="457200" algn="l"/>
              </a:tabLst>
            </a:pPr>
            <a:endParaRPr lang="ru-RU" sz="16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4CD768EA-882C-4F96-A71E-40A16EA7913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00344" y="4301355"/>
            <a:ext cx="4458322" cy="145752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4226FB37-9156-4D26-9479-E0CFE753884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54164" y="3245732"/>
            <a:ext cx="4599190" cy="26608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5410518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69F22BD-3DA0-42B2-BB34-F8E12181FE8C}"/>
              </a:ext>
            </a:extLst>
          </p:cNvPr>
          <p:cNvSpPr txBox="1"/>
          <p:nvPr/>
        </p:nvSpPr>
        <p:spPr>
          <a:xfrm>
            <a:off x="251979" y="255446"/>
            <a:ext cx="924531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/>
              <a:t>2) </a:t>
            </a:r>
            <a:r>
              <a:rPr lang="ru-RU" sz="2000" dirty="0" err="1"/>
              <a:t>Патерни</a:t>
            </a:r>
            <a:r>
              <a:rPr lang="ru-RU" sz="2000" dirty="0"/>
              <a:t>, </a:t>
            </a:r>
            <a:r>
              <a:rPr lang="ru-RU" sz="2000" dirty="0" err="1"/>
              <a:t>призначені</a:t>
            </a:r>
            <a:r>
              <a:rPr lang="ru-RU" sz="2000" dirty="0"/>
              <a:t> для </a:t>
            </a:r>
            <a:r>
              <a:rPr lang="ru-RU" sz="2000" dirty="0" err="1"/>
              <a:t>представлення</a:t>
            </a:r>
            <a:r>
              <a:rPr lang="ru-RU" sz="2000" dirty="0"/>
              <a:t> </a:t>
            </a:r>
            <a:r>
              <a:rPr lang="ru-RU" sz="2000" dirty="0" err="1"/>
              <a:t>даних</a:t>
            </a:r>
            <a:r>
              <a:rPr lang="ru-RU" sz="2000" dirty="0"/>
              <a:t> у </a:t>
            </a:r>
            <a:r>
              <a:rPr lang="en-US" sz="2000" dirty="0"/>
              <a:t>Web</a:t>
            </a:r>
          </a:p>
          <a:p>
            <a:r>
              <a:rPr lang="en-US" sz="2000" dirty="0"/>
              <a:t> 	• </a:t>
            </a:r>
            <a:r>
              <a:rPr lang="ru-RU" sz="2000" dirty="0" err="1"/>
              <a:t>Представлення</a:t>
            </a:r>
            <a:r>
              <a:rPr lang="ru-RU" sz="2000" dirty="0"/>
              <a:t> за шаблоном (</a:t>
            </a:r>
            <a:r>
              <a:rPr lang="en-US" sz="2000" dirty="0"/>
              <a:t>Template View); </a:t>
            </a:r>
            <a:endParaRPr lang="ru-UA" sz="2000" dirty="0"/>
          </a:p>
          <a:p>
            <a:endParaRPr lang="ru-UA" sz="2000" dirty="0"/>
          </a:p>
          <a:p>
            <a:r>
              <a:rPr lang="uk-UA" sz="2000" dirty="0"/>
              <a:t>Заповнює </a:t>
            </a:r>
            <a:r>
              <a:rPr lang="ru-RU" sz="2000" dirty="0"/>
              <a:t>HTML-шаблон </a:t>
            </a:r>
            <a:r>
              <a:rPr lang="ru-RU" sz="2000" dirty="0" err="1"/>
              <a:t>інформацією</a:t>
            </a:r>
            <a:r>
              <a:rPr lang="ru-RU" sz="2000" dirty="0"/>
              <a:t> за </a:t>
            </a:r>
            <a:r>
              <a:rPr lang="ru-RU" sz="2000" dirty="0" err="1"/>
              <a:t>допомогою</a:t>
            </a:r>
            <a:r>
              <a:rPr lang="ru-RU" sz="2000" dirty="0"/>
              <a:t> </a:t>
            </a:r>
            <a:r>
              <a:rPr lang="ru-RU" sz="2000" dirty="0" err="1"/>
              <a:t>маркерів</a:t>
            </a:r>
            <a:r>
              <a:rPr lang="ru-RU" sz="2000" dirty="0"/>
              <a:t>, </a:t>
            </a:r>
            <a:r>
              <a:rPr lang="ru-RU" sz="2000" dirty="0" err="1"/>
              <a:t>вказаних</a:t>
            </a:r>
            <a:r>
              <a:rPr lang="ru-RU" sz="2000" dirty="0"/>
              <a:t> в </a:t>
            </a:r>
            <a:r>
              <a:rPr lang="ru-RU" sz="2000" dirty="0" err="1"/>
              <a:t>шаблоні</a:t>
            </a:r>
            <a:endParaRPr lang="en-US" sz="2000" dirty="0"/>
          </a:p>
        </p:txBody>
      </p:sp>
      <p:pic>
        <p:nvPicPr>
          <p:cNvPr id="5" name="Рисунок 4">
            <a:extLst>
              <a:ext uri="{FF2B5EF4-FFF2-40B4-BE49-F238E27FC236}">
                <a16:creationId xmlns:a16="http://schemas.microsoft.com/office/drawing/2014/main" id="{D25477EC-3B9A-48F2-BFBA-BAC40512089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24" y="1844927"/>
            <a:ext cx="7499104" cy="4253098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id="{D172B163-5C36-473B-93D4-978CE898E4B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1924" y="4341129"/>
            <a:ext cx="6070076" cy="1756896"/>
          </a:xfrm>
          <a:prstGeom prst="rect">
            <a:avLst/>
          </a:prstGeom>
          <a:ln w="5715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242346448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B63FB03-085F-4E34-AFDA-87E35D781196}"/>
              </a:ext>
            </a:extLst>
          </p:cNvPr>
          <p:cNvSpPr txBox="1"/>
          <p:nvPr/>
        </p:nvSpPr>
        <p:spPr>
          <a:xfrm>
            <a:off x="397453" y="230971"/>
            <a:ext cx="609426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Low Coupling </a:t>
            </a:r>
            <a:r>
              <a:rPr lang="ru-UA" sz="2400" dirty="0"/>
              <a:t>та</a:t>
            </a:r>
            <a:r>
              <a:rPr lang="en-US" sz="2400" dirty="0"/>
              <a:t> High Cohesion</a:t>
            </a:r>
            <a:endParaRPr lang="ru-RU" sz="2400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04285D0-59C6-4179-8950-26C8D16CEE5B}"/>
              </a:ext>
            </a:extLst>
          </p:cNvPr>
          <p:cNvSpPr txBox="1"/>
          <p:nvPr/>
        </p:nvSpPr>
        <p:spPr>
          <a:xfrm>
            <a:off x="397453" y="781827"/>
            <a:ext cx="11614438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ru-RU" sz="2000" dirty="0" err="1"/>
              <a:t>Необхідно</a:t>
            </a:r>
            <a:r>
              <a:rPr lang="ru-RU" sz="2000" dirty="0"/>
              <a:t> </a:t>
            </a:r>
            <a:r>
              <a:rPr lang="ru-RU" sz="2000" dirty="0" err="1"/>
              <a:t>розподілити</a:t>
            </a:r>
            <a:r>
              <a:rPr lang="ru-RU" sz="2000" dirty="0"/>
              <a:t> </a:t>
            </a:r>
            <a:r>
              <a:rPr lang="ru-RU" sz="2000" dirty="0" err="1"/>
              <a:t>відповідальність</a:t>
            </a:r>
            <a:r>
              <a:rPr lang="ru-RU" sz="2000" dirty="0"/>
              <a:t> </a:t>
            </a:r>
            <a:r>
              <a:rPr lang="ru-RU" sz="2000" dirty="0" err="1"/>
              <a:t>між</a:t>
            </a:r>
            <a:r>
              <a:rPr lang="ru-RU" sz="2000" dirty="0"/>
              <a:t> </a:t>
            </a:r>
            <a:r>
              <a:rPr lang="ru-RU" sz="2000" dirty="0" err="1"/>
              <a:t>класами</a:t>
            </a:r>
            <a:r>
              <a:rPr lang="ru-RU" sz="2000" dirty="0"/>
              <a:t> так, </a:t>
            </a:r>
            <a:r>
              <a:rPr lang="ru-RU" sz="2000" dirty="0" err="1"/>
              <a:t>щоб</a:t>
            </a:r>
            <a:r>
              <a:rPr lang="ru-RU" sz="2000" dirty="0"/>
              <a:t> </a:t>
            </a:r>
            <a:r>
              <a:rPr lang="ru-RU" sz="2000" dirty="0" err="1"/>
              <a:t>забезпечити</a:t>
            </a:r>
            <a:r>
              <a:rPr lang="ru-RU" sz="2000" dirty="0"/>
              <a:t> </a:t>
            </a:r>
            <a:r>
              <a:rPr lang="ru-RU" sz="2000" dirty="0" err="1"/>
              <a:t>мінімальну</a:t>
            </a:r>
            <a:r>
              <a:rPr lang="ru-RU" sz="2000" dirty="0"/>
              <a:t> </a:t>
            </a:r>
            <a:r>
              <a:rPr lang="ru-UA" sz="2000" dirty="0"/>
              <a:t>з</a:t>
            </a:r>
            <a:r>
              <a:rPr lang="ru-RU" sz="2000" dirty="0" err="1"/>
              <a:t>в'язаність</a:t>
            </a:r>
            <a:r>
              <a:rPr lang="ru-RU" sz="2000" dirty="0"/>
              <a:t>.</a:t>
            </a:r>
            <a:endParaRPr lang="ru-UA" sz="2000" dirty="0"/>
          </a:p>
          <a:p>
            <a:endParaRPr lang="ru-UA" sz="2000" dirty="0"/>
          </a:p>
          <a:p>
            <a:r>
              <a:rPr lang="ru-UA" sz="2000" dirty="0"/>
              <a:t>С</a:t>
            </a:r>
            <a:r>
              <a:rPr lang="ru-RU" sz="2000" dirty="0" err="1"/>
              <a:t>истема</a:t>
            </a:r>
            <a:r>
              <a:rPr lang="ru-RU" sz="2000" dirty="0"/>
              <a:t> повинна </a:t>
            </a:r>
            <a:r>
              <a:rPr lang="ru-RU" sz="2000" dirty="0" err="1"/>
              <a:t>складатися</a:t>
            </a:r>
            <a:r>
              <a:rPr lang="ru-RU" sz="2000" dirty="0"/>
              <a:t> з </a:t>
            </a:r>
            <a:r>
              <a:rPr lang="ru-RU" sz="2000" dirty="0" err="1"/>
              <a:t>слабко</a:t>
            </a:r>
            <a:r>
              <a:rPr lang="ru-RU" sz="2000" dirty="0"/>
              <a:t> </a:t>
            </a:r>
            <a:r>
              <a:rPr lang="ru-RU" sz="2000" dirty="0" err="1"/>
              <a:t>пов'язаних</a:t>
            </a:r>
            <a:r>
              <a:rPr lang="ru-RU" sz="2000" dirty="0"/>
              <a:t> </a:t>
            </a:r>
            <a:r>
              <a:rPr lang="ru-RU" sz="2000" dirty="0" err="1"/>
              <a:t>класів</a:t>
            </a:r>
            <a:r>
              <a:rPr lang="ru-RU" sz="2000" dirty="0"/>
              <a:t>, </a:t>
            </a:r>
            <a:r>
              <a:rPr lang="ru-RU" sz="2000" dirty="0" err="1"/>
              <a:t>такі</a:t>
            </a:r>
            <a:r>
              <a:rPr lang="ru-RU" sz="2000" dirty="0"/>
              <a:t> </a:t>
            </a:r>
            <a:r>
              <a:rPr lang="ru-RU" sz="2000" dirty="0" err="1"/>
              <a:t>класи</a:t>
            </a:r>
            <a:r>
              <a:rPr lang="ru-RU" sz="2000" dirty="0"/>
              <a:t> </a:t>
            </a:r>
            <a:r>
              <a:rPr lang="ru-RU" sz="2000" dirty="0" err="1"/>
              <a:t>прості</a:t>
            </a:r>
            <a:r>
              <a:rPr lang="ru-RU" sz="2000" dirty="0"/>
              <a:t> у </a:t>
            </a:r>
            <a:r>
              <a:rPr lang="ru-RU" sz="2000" dirty="0" err="1"/>
              <a:t>використанні</a:t>
            </a:r>
            <a:r>
              <a:rPr lang="ru-RU" sz="2000" dirty="0"/>
              <a:t> і слабо </a:t>
            </a:r>
            <a:r>
              <a:rPr lang="ru-RU" sz="2000" dirty="0" err="1"/>
              <a:t>піддаються</a:t>
            </a:r>
            <a:r>
              <a:rPr lang="ru-RU" sz="2000" dirty="0"/>
              <a:t> </a:t>
            </a:r>
            <a:r>
              <a:rPr lang="ru-RU" sz="2000" dirty="0" err="1"/>
              <a:t>впливу</a:t>
            </a:r>
            <a:r>
              <a:rPr lang="ru-RU" sz="2000" dirty="0"/>
              <a:t> </a:t>
            </a:r>
            <a:r>
              <a:rPr lang="ru-RU" sz="2000" dirty="0" err="1"/>
              <a:t>іншого</a:t>
            </a:r>
            <a:r>
              <a:rPr lang="ru-RU" sz="2000" dirty="0"/>
              <a:t> коду </a:t>
            </a:r>
            <a:r>
              <a:rPr lang="ru-RU" sz="2000" dirty="0" err="1"/>
              <a:t>ззовні</a:t>
            </a:r>
            <a:r>
              <a:rPr lang="ru-RU" sz="2000" dirty="0"/>
              <a:t> (</a:t>
            </a:r>
            <a:r>
              <a:rPr lang="ru-RU" sz="2000" dirty="0" err="1"/>
              <a:t>або</a:t>
            </a:r>
            <a:r>
              <a:rPr lang="ru-RU" sz="2000" dirty="0"/>
              <a:t> </a:t>
            </a:r>
            <a:r>
              <a:rPr lang="ru-RU" sz="2000" dirty="0" err="1"/>
              <a:t>взагалі</a:t>
            </a:r>
            <a:r>
              <a:rPr lang="ru-RU" sz="2000" dirty="0"/>
              <a:t> не </a:t>
            </a:r>
            <a:r>
              <a:rPr lang="ru-RU" sz="2000" dirty="0" err="1"/>
              <a:t>піддаються</a:t>
            </a:r>
            <a:r>
              <a:rPr lang="ru-RU" sz="2000" dirty="0"/>
              <a:t>)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id="{A1A511D5-43E0-4499-B445-2C95389821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7453" y="2387147"/>
            <a:ext cx="5584247" cy="366824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id="{065A60AA-9EB9-4F62-A3AD-F09459A6606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2188" y="2732810"/>
            <a:ext cx="6862359" cy="2379518"/>
          </a:xfrm>
          <a:prstGeom prst="rect">
            <a:avLst/>
          </a:prstGeom>
          <a:ln w="38100"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3154214912"/>
      </p:ext>
    </p:extLst>
  </p:cSld>
  <p:clrMapOvr>
    <a:masterClrMapping/>
  </p:clrMapOvr>
</p:sld>
</file>

<file path=ppt/theme/theme1.xml><?xml version="1.0" encoding="utf-8"?>
<a:theme xmlns:a="http://schemas.openxmlformats.org/drawingml/2006/main" name="Ретро">
  <a:themeElements>
    <a:clrScheme name="Ретро">
      <a:dk1>
        <a:srgbClr val="000000"/>
      </a:dk1>
      <a:lt1>
        <a:sysClr val="window" lastClr="FFFFFF"/>
      </a:lt1>
      <a:dk2>
        <a:srgbClr val="637052"/>
      </a:dk2>
      <a:lt2>
        <a:srgbClr val="CCDDEA"/>
      </a:lt2>
      <a:accent1>
        <a:srgbClr val="E48312"/>
      </a:accent1>
      <a:accent2>
        <a:srgbClr val="BD582C"/>
      </a:accent2>
      <a:accent3>
        <a:srgbClr val="865640"/>
      </a:accent3>
      <a:accent4>
        <a:srgbClr val="9B8357"/>
      </a:accent4>
      <a:accent5>
        <a:srgbClr val="C2BC80"/>
      </a:accent5>
      <a:accent6>
        <a:srgbClr val="94A088"/>
      </a:accent6>
      <a:hlink>
        <a:srgbClr val="2998E3"/>
      </a:hlink>
      <a:folHlink>
        <a:srgbClr val="8C8C8C"/>
      </a:folHlink>
    </a:clrScheme>
    <a:fontScheme name="Ретро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Ретро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3F1AAB62-24C6-49D2-8E01-B56FAC9A3DC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21</TotalTime>
  <Words>194</Words>
  <Application>Microsoft Office PowerPoint</Application>
  <PresentationFormat>Широкоэкранный</PresentationFormat>
  <Paragraphs>23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Calibri</vt:lpstr>
      <vt:lpstr>Calibri Light</vt:lpstr>
      <vt:lpstr>Times New Roman</vt:lpstr>
      <vt:lpstr>Ретро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Xd Lq</dc:creator>
  <cp:lastModifiedBy>Xd Lq</cp:lastModifiedBy>
  <cp:revision>1</cp:revision>
  <dcterms:created xsi:type="dcterms:W3CDTF">2021-12-08T07:29:10Z</dcterms:created>
  <dcterms:modified xsi:type="dcterms:W3CDTF">2021-12-08T07:50:11Z</dcterms:modified>
</cp:coreProperties>
</file>